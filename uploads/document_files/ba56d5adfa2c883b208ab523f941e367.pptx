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5344"/>
    <a:srgbClr val="9C7460"/>
    <a:srgbClr val="EAE2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9783-5BDB-9617-6F05-AFBC2A03E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EA1E4D-7753-AFAE-C979-81D0C04AF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918ED-20C6-384F-5F33-256ABCEE2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2CCF-D402-4FEF-B7E3-E6FDF424A654}" type="datetimeFigureOut">
              <a:rPr lang="en-PH" smtClean="0"/>
              <a:t>7/29/2025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8256F-F4AD-C6E4-B693-B0A51A40E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1F1F5-A64F-DA95-4337-21EADBCB5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B989-D352-42E4-B747-80273AB4FA0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3990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40EBA-3A9F-962D-49DD-D7A2760BE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A3EAC-1C69-38D4-2A11-D2796A528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897C3-56D8-FE27-D220-425AD45F0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2CCF-D402-4FEF-B7E3-E6FDF424A654}" type="datetimeFigureOut">
              <a:rPr lang="en-PH" smtClean="0"/>
              <a:t>7/29/2025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6886E-EFB2-C5ED-2F49-A98FD7BF7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DF934-DD65-6DD9-CEC1-AAEAD38A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B989-D352-42E4-B747-80273AB4FA0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9155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1DD2-F514-C677-CDD0-10A5A3EF5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07ADA-BE39-25D8-E05F-045263A6C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D05C8-CDB7-104B-E507-8D102D19B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2CCF-D402-4FEF-B7E3-E6FDF424A654}" type="datetimeFigureOut">
              <a:rPr lang="en-PH" smtClean="0"/>
              <a:t>7/29/2025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B6E68-E087-76CA-B5D4-FEB731F5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54A46-674C-9A7C-946E-D4CFDE62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B989-D352-42E4-B747-80273AB4FA0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8801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CF61-099E-451A-B104-C5984E4FC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A407-9159-1991-E0BB-368F9614E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76528-04AD-AB1C-2E5D-C8E81B399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8825A-61E9-B80E-DF13-8070A56FB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2CCF-D402-4FEF-B7E3-E6FDF424A654}" type="datetimeFigureOut">
              <a:rPr lang="en-PH" smtClean="0"/>
              <a:t>7/29/2025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45504-08A9-3714-9871-11351162C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45775-83B6-0E47-7D6F-BD09C6C5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B989-D352-42E4-B747-80273AB4FA0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0698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E6551-598D-F7E5-87A8-6BB087F1F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18FF9-CF15-4C7A-0C06-5DDEB8BAD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5B7CC-08C0-ACF4-4371-F5C39CB7E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7A86C5-3084-56F9-0227-C924FDBA8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93BEF7-5AFE-0673-D2B2-96DBDC58A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BB0D38-8754-7073-9F19-1596DF656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2CCF-D402-4FEF-B7E3-E6FDF424A654}" type="datetimeFigureOut">
              <a:rPr lang="en-PH" smtClean="0"/>
              <a:t>7/29/2025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BC780F-808A-587E-920E-56BB424D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886AD9-E4FB-98F9-CAEF-F76F8245F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B989-D352-42E4-B747-80273AB4FA0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3047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47AC7-DB63-9B7F-BB94-961006764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8B573-8B77-1DCD-0F60-0563C3FF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2CCF-D402-4FEF-B7E3-E6FDF424A654}" type="datetimeFigureOut">
              <a:rPr lang="en-PH" smtClean="0"/>
              <a:t>7/29/2025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35203-CC80-5F2A-9B61-BF0AF4ACA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6940F-67D5-B074-ACAA-FA929119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B989-D352-42E4-B747-80273AB4FA0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5273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C3247-5457-FAB3-607D-7D8C213B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2CCF-D402-4FEF-B7E3-E6FDF424A654}" type="datetimeFigureOut">
              <a:rPr lang="en-PH" smtClean="0"/>
              <a:t>7/29/2025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23F5C-EE00-A9AA-46D8-363067934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B5C7D-2D87-DC37-2E6A-3B43DF7E3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B989-D352-42E4-B747-80273AB4FA0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199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290ED-7BA0-C2D2-B167-F93DB2C79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EDE1A-D1EF-53A9-E4E8-760C193DC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0987D-60F4-CDA8-5CB3-58841AE54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08CF7-26A7-C12D-1D73-EED9B103C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2CCF-D402-4FEF-B7E3-E6FDF424A654}" type="datetimeFigureOut">
              <a:rPr lang="en-PH" smtClean="0"/>
              <a:t>7/29/2025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E72DA-5321-F941-37A8-AE245A8A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ED93E-E2F2-DA23-8C8C-483B19B14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B989-D352-42E4-B747-80273AB4FA0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36981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F32D3-E8B1-BB81-ACC5-069B6489C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4F17C-F77C-233E-7EC7-8E24FAA48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58783-622D-9403-4BDF-ED4B8F0CA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77484-7793-D38E-F232-9347EFAA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2CCF-D402-4FEF-B7E3-E6FDF424A654}" type="datetimeFigureOut">
              <a:rPr lang="en-PH" smtClean="0"/>
              <a:t>7/29/2025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34CF0-962A-F3DC-A303-DBAFF1EA1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BE45A-0CBA-AA35-3355-446009E50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B989-D352-42E4-B747-80273AB4FA0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7220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943BD-8D16-1E33-050D-76C1A6055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43B85-A5AA-6944-F2A5-06C152A33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6FE19-FF2A-57CA-3C55-2E8D58ED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2CCF-D402-4FEF-B7E3-E6FDF424A654}" type="datetimeFigureOut">
              <a:rPr lang="en-PH" smtClean="0"/>
              <a:t>7/29/2025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C33BF-DBE8-0D3F-4D56-F4835A75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A04FD-4086-435E-0010-C06E3958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B989-D352-42E4-B747-80273AB4FA0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23118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556395-202F-F36F-D6F0-76ECD5E2D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CB14D-6726-01F0-9FF2-E7C5FE5E9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9200-3053-9A6A-B6FC-A2CFA52BE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2CCF-D402-4FEF-B7E3-E6FDF424A654}" type="datetimeFigureOut">
              <a:rPr lang="en-PH" smtClean="0"/>
              <a:t>7/29/2025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58021-E4A4-936F-4AD2-DE97E1687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7E758-9AD5-0A8C-E548-1930A918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B989-D352-42E4-B747-80273AB4FA0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94929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E619CA-DA34-E69D-551A-77FADBBA5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31D96-334E-56D9-5B17-15F5F8A58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8967B-43E4-F132-ADCF-5011BB385F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82CCF-D402-4FEF-B7E3-E6FDF424A654}" type="datetimeFigureOut">
              <a:rPr lang="en-PH" smtClean="0"/>
              <a:t>7/29/2025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F2CAE-E73E-9955-A065-BAD24BE94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1406F-D7C3-6056-839F-96D4FBA87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BB989-D352-42E4-B747-80273AB4FA0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210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7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1D635E-D263-8FB8-C643-420929840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6" y="429768"/>
            <a:ext cx="12192000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4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5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C6D9DE-5096-8DA6-F19B-F714D8B11B7B}"/>
              </a:ext>
            </a:extLst>
          </p:cNvPr>
          <p:cNvSpPr txBox="1"/>
          <p:nvPr/>
        </p:nvSpPr>
        <p:spPr>
          <a:xfrm>
            <a:off x="109728" y="91440"/>
            <a:ext cx="1435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 Punctual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481700-4BC5-941C-9318-F48563A2C16B}"/>
              </a:ext>
            </a:extLst>
          </p:cNvPr>
          <p:cNvSpPr txBox="1"/>
          <p:nvPr/>
        </p:nvSpPr>
        <p:spPr>
          <a:xfrm>
            <a:off x="109727" y="378029"/>
            <a:ext cx="11537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Arrive on time and be prepared. Late entries disrupt the flow and show lack of respect for other’s time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CA8BB-77B1-8CB9-CB69-67BB33E9242A}"/>
              </a:ext>
            </a:extLst>
          </p:cNvPr>
          <p:cNvSpPr txBox="1"/>
          <p:nvPr/>
        </p:nvSpPr>
        <p:spPr>
          <a:xfrm>
            <a:off x="109728" y="715696"/>
            <a:ext cx="222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Stick to the Agenda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2E77D-AE7F-4588-1C9C-49C4049F619A}"/>
              </a:ext>
            </a:extLst>
          </p:cNvPr>
          <p:cNvSpPr txBox="1"/>
          <p:nvPr/>
        </p:nvSpPr>
        <p:spPr>
          <a:xfrm>
            <a:off x="109728" y="1070578"/>
            <a:ext cx="10707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Keep the discussions relevant to the agenda. Off-topic conversations should be taken offline or parked for future 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3C06FD-A3B7-3096-1C31-92992059F1A8}"/>
              </a:ext>
            </a:extLst>
          </p:cNvPr>
          <p:cNvSpPr txBox="1"/>
          <p:nvPr/>
        </p:nvSpPr>
        <p:spPr>
          <a:xfrm>
            <a:off x="109728" y="1622326"/>
            <a:ext cx="2505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One Speaker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F663D4-C355-13D0-E41E-CE0E407CBDEA}"/>
              </a:ext>
            </a:extLst>
          </p:cNvPr>
          <p:cNvSpPr txBox="1"/>
          <p:nvPr/>
        </p:nvSpPr>
        <p:spPr>
          <a:xfrm>
            <a:off x="109727" y="1966870"/>
            <a:ext cx="1153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Avoid interrupting others. Let each participant finish their point before responding or adding comments.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13A025-2C86-5398-4C68-A6B00FC34C9A}"/>
              </a:ext>
            </a:extLst>
          </p:cNvPr>
          <p:cNvSpPr txBox="1"/>
          <p:nvPr/>
        </p:nvSpPr>
        <p:spPr>
          <a:xfrm>
            <a:off x="109728" y="2308375"/>
            <a:ext cx="2505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Respect All Opinions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ACADF0-ED7D-7E11-2788-53BAD092F575}"/>
              </a:ext>
            </a:extLst>
          </p:cNvPr>
          <p:cNvSpPr txBox="1"/>
          <p:nvPr/>
        </p:nvSpPr>
        <p:spPr>
          <a:xfrm>
            <a:off x="109727" y="2652919"/>
            <a:ext cx="11186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Encourage open discussion but maintain a respectful tone. Disagree professionally and constructively.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F294AB-C39E-648D-0A7E-BDBF5C485D22}"/>
              </a:ext>
            </a:extLst>
          </p:cNvPr>
          <p:cNvSpPr txBox="1"/>
          <p:nvPr/>
        </p:nvSpPr>
        <p:spPr>
          <a:xfrm>
            <a:off x="109728" y="2969636"/>
            <a:ext cx="318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 Devices or Distractions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6474DB-6346-74F3-AD4B-5C5E38471BDB}"/>
              </a:ext>
            </a:extLst>
          </p:cNvPr>
          <p:cNvSpPr txBox="1"/>
          <p:nvPr/>
        </p:nvSpPr>
        <p:spPr>
          <a:xfrm>
            <a:off x="109728" y="3314180"/>
            <a:ext cx="1070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Put phones on silent and avoid checking emails or browsing during the meeting.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B7FA68-07E4-D06D-764F-4D15E6AC757B}"/>
              </a:ext>
            </a:extLst>
          </p:cNvPr>
          <p:cNvSpPr txBox="1"/>
          <p:nvPr/>
        </p:nvSpPr>
        <p:spPr>
          <a:xfrm>
            <a:off x="109728" y="3655685"/>
            <a:ext cx="2688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Assign Action Items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B76577-AF9D-CB99-2876-B9522835A1CA}"/>
              </a:ext>
            </a:extLst>
          </p:cNvPr>
          <p:cNvSpPr txBox="1"/>
          <p:nvPr/>
        </p:nvSpPr>
        <p:spPr>
          <a:xfrm>
            <a:off x="109728" y="4009244"/>
            <a:ext cx="1171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Ensure every decision is followed by clear action items, with deadlines and responsible person assigned.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64D4C-D5C3-78F5-9006-FD30BD33955E}"/>
              </a:ext>
            </a:extLst>
          </p:cNvPr>
          <p:cNvSpPr txBox="1"/>
          <p:nvPr/>
        </p:nvSpPr>
        <p:spPr>
          <a:xfrm>
            <a:off x="109728" y="4340536"/>
            <a:ext cx="318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Time is Valuable- Keep it brief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CD23D1-BAF4-FAA1-DD85-5AC0D66BB712}"/>
              </a:ext>
            </a:extLst>
          </p:cNvPr>
          <p:cNvSpPr txBox="1"/>
          <p:nvPr/>
        </p:nvSpPr>
        <p:spPr>
          <a:xfrm>
            <a:off x="109728" y="4671828"/>
            <a:ext cx="1070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 concise when sharing ideas or updates. Avoid repeating points already made.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81802-C821-39D9-A934-4EDC9B38DA73}"/>
              </a:ext>
            </a:extLst>
          </p:cNvPr>
          <p:cNvSpPr txBox="1"/>
          <p:nvPr/>
        </p:nvSpPr>
        <p:spPr>
          <a:xfrm>
            <a:off x="109728" y="4995710"/>
            <a:ext cx="318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Follow Up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3258B3-4EEC-94E4-EAD1-38F8A324E6F6}"/>
              </a:ext>
            </a:extLst>
          </p:cNvPr>
          <p:cNvSpPr txBox="1"/>
          <p:nvPr/>
        </p:nvSpPr>
        <p:spPr>
          <a:xfrm>
            <a:off x="109728" y="5334412"/>
            <a:ext cx="10707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Review key takeaways and send minutes or notes after the meeting. Ensure follow-ups are tracked and completed.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272D1F-CA3F-328A-0A0C-E7947C3025FB}"/>
              </a:ext>
            </a:extLst>
          </p:cNvPr>
          <p:cNvSpPr txBox="1"/>
          <p:nvPr/>
        </p:nvSpPr>
        <p:spPr>
          <a:xfrm>
            <a:off x="109728" y="5939590"/>
            <a:ext cx="11186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Avoid time to time leaving and coming back to seat. This will distract the Resource Speaker and participants.</a:t>
            </a:r>
          </a:p>
        </p:txBody>
      </p:sp>
    </p:spTree>
    <p:extLst>
      <p:ext uri="{BB962C8B-B14F-4D97-AF65-F5344CB8AC3E}">
        <p14:creationId xmlns:p14="http://schemas.microsoft.com/office/powerpoint/2010/main" val="3450350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53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4BE30-DE78-FCB8-AB8E-D65855EE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19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C7460"/>
        </a:solidFill>
        <a:ln>
          <a:solidFill>
            <a:srgbClr val="9C746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182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Nia01</dc:creator>
  <cp:lastModifiedBy>Nia01</cp:lastModifiedBy>
  <cp:revision>3</cp:revision>
  <dcterms:created xsi:type="dcterms:W3CDTF">2025-07-29T08:01:07Z</dcterms:created>
  <dcterms:modified xsi:type="dcterms:W3CDTF">2025-07-29T08:47:08Z</dcterms:modified>
</cp:coreProperties>
</file>